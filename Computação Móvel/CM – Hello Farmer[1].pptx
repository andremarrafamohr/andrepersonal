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2" r:id="rId10"/>
    <p:sldId id="264" r:id="rId11"/>
    <p:sldId id="268" r:id="rId12"/>
    <p:sldId id="269" r:id="rId13"/>
    <p:sldId id="270" r:id="rId14"/>
    <p:sldId id="263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E773"/>
    <a:srgbClr val="DADE2E"/>
    <a:srgbClr val="8FD975"/>
    <a:srgbClr val="6DCD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06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14D8D-2D48-E44F-D2CB-FC501D0A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47521A02-21D5-E3B4-9DCF-038E1089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CCC5-CFF4-4518-8682-90439C2BEFE6}" type="datetimeFigureOut">
              <a:rPr lang="pt-PT" smtClean="0"/>
              <a:t>01/07/2025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9AA43E6-A1EA-98F7-4B35-924F1AF3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638F89F-1F79-2F38-859B-5A965788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53200-24D2-47CC-B55D-6D2E8C8AF30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09980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3D35C56F-FB62-A7FA-08F6-9606615D5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5B7C845-CD34-260F-48FE-16C7E4B85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6667B71-F815-FD14-589F-93F626766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BCCC5-CFF4-4518-8682-90439C2BEFE6}" type="datetimeFigureOut">
              <a:rPr lang="pt-PT" smtClean="0"/>
              <a:t>01/07/2025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1DE2A8E-CC74-E7F8-B82A-A117DA25C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CA415B2-22E0-CF44-83CC-8ED71F0A7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53200-24D2-47CC-B55D-6D2E8C8AF30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11098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5E91007B-ED7A-C20B-9A05-01CDE01AE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>
                <a:solidFill>
                  <a:schemeClr val="bg1"/>
                </a:solidFill>
              </a:rPr>
              <a:t>CM – Hello Farmer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037639C-1619-158F-E44B-8BFBDE0C50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43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3A5CED97-6D64-7857-5569-501CB923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4000"/>
              <a:t>Nome da Equipa</a:t>
            </a:r>
            <a:endParaRPr lang="pt-PT" sz="4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A3FFA64-868A-9021-BAE5-1AD1E7E2CE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993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9A4827FC-1808-5584-06B8-0043D4DB7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>
                <a:solidFill>
                  <a:srgbClr val="FFFFFF"/>
                </a:solidFill>
              </a:rPr>
              <a:t>Público-Alvo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D94FADA-9666-DAB3-98BD-067E84A40F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96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7BFA20C4-6241-68AD-F8D5-09C34CB20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4000"/>
              <a:t>Funcionalidades Gerais</a:t>
            </a:r>
            <a:endParaRPr lang="pt-PT" sz="4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59E479-546B-17EA-0608-1E64C2A6A6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90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53734889-E104-D8C9-78CD-80110774C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4000">
                <a:solidFill>
                  <a:srgbClr val="FFFFFF"/>
                </a:solidFill>
              </a:rPr>
              <a:t>Funcionalidades Específicas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8669E01-3715-9D3D-FFF0-2566222338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00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D571CA87-DB1E-C829-43AA-8FDAC7893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 de Navegação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36312A9-5052-FD47-4860-4AC87F4655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8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1512FC0F-4FD8-597A-FE6E-3E24A5F06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00"/>
              <a:t>Ecrãs Figma</a:t>
            </a:r>
            <a:endParaRPr lang="en-US" sz="52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02BE938-4DF7-283C-2FA2-F85181F607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428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4E39A-7367-ECCA-D072-A723E1F65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3F877-5B32-3D14-8EB6-D291DC143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Splash</a:t>
            </a:r>
            <a:r>
              <a:rPr lang="pt-PT" dirty="0"/>
              <a:t> e Inicio de sessão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947A837-16C1-6D3B-8606-E93B1007B210}"/>
              </a:ext>
            </a:extLst>
          </p:cNvPr>
          <p:cNvSpPr/>
          <p:nvPr/>
        </p:nvSpPr>
        <p:spPr>
          <a:xfrm>
            <a:off x="-5029199" y="3637934"/>
            <a:ext cx="16383000" cy="681670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D214E16-3312-9850-3295-168CECB6B538}"/>
              </a:ext>
            </a:extLst>
          </p:cNvPr>
          <p:cNvSpPr/>
          <p:nvPr/>
        </p:nvSpPr>
        <p:spPr>
          <a:xfrm>
            <a:off x="9555479" y="3220066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434E1AA-069B-A07E-040A-C1C224F4654D}"/>
              </a:ext>
            </a:extLst>
          </p:cNvPr>
          <p:cNvSpPr/>
          <p:nvPr/>
        </p:nvSpPr>
        <p:spPr>
          <a:xfrm>
            <a:off x="8130539" y="3051445"/>
            <a:ext cx="1173481" cy="113857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D12D0F-A35A-5D59-E17A-58F6F7B1E14B}"/>
              </a:ext>
            </a:extLst>
          </p:cNvPr>
          <p:cNvSpPr/>
          <p:nvPr/>
        </p:nvSpPr>
        <p:spPr>
          <a:xfrm>
            <a:off x="10873739" y="5354301"/>
            <a:ext cx="1173481" cy="113857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457ABE-600F-C542-84D4-3594012DF942}"/>
              </a:ext>
            </a:extLst>
          </p:cNvPr>
          <p:cNvSpPr/>
          <p:nvPr/>
        </p:nvSpPr>
        <p:spPr>
          <a:xfrm>
            <a:off x="5013959" y="5059680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277294-D786-446C-E45E-DFE70E500067}"/>
              </a:ext>
            </a:extLst>
          </p:cNvPr>
          <p:cNvSpPr/>
          <p:nvPr/>
        </p:nvSpPr>
        <p:spPr>
          <a:xfrm>
            <a:off x="765808" y="4098579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7226A8EA-3C24-9686-0D93-DB6167752402}"/>
              </a:ext>
            </a:extLst>
          </p:cNvPr>
          <p:cNvSpPr/>
          <p:nvPr/>
        </p:nvSpPr>
        <p:spPr>
          <a:xfrm>
            <a:off x="6248400" y="23317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D95225BD-92E5-382F-EEDF-FE5DFBE40EB6}"/>
              </a:ext>
            </a:extLst>
          </p:cNvPr>
          <p:cNvSpPr/>
          <p:nvPr/>
        </p:nvSpPr>
        <p:spPr>
          <a:xfrm>
            <a:off x="6216771" y="22247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01661357-A0B8-5585-96A7-FF12C4A6C2DD}"/>
              </a:ext>
            </a:extLst>
          </p:cNvPr>
          <p:cNvSpPr/>
          <p:nvPr/>
        </p:nvSpPr>
        <p:spPr>
          <a:xfrm>
            <a:off x="6819361" y="2620766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64631A20-319B-AA56-480C-EA195F47E0D0}"/>
              </a:ext>
            </a:extLst>
          </p:cNvPr>
          <p:cNvSpPr/>
          <p:nvPr/>
        </p:nvSpPr>
        <p:spPr>
          <a:xfrm>
            <a:off x="6787732" y="2513806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46F0F250-82A5-4330-AE15-609400181318}"/>
              </a:ext>
            </a:extLst>
          </p:cNvPr>
          <p:cNvSpPr/>
          <p:nvPr/>
        </p:nvSpPr>
        <p:spPr>
          <a:xfrm>
            <a:off x="6356665" y="282970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3DCBBE61-ABD8-AAE1-9935-0FF7318FEA73}"/>
              </a:ext>
            </a:extLst>
          </p:cNvPr>
          <p:cNvSpPr/>
          <p:nvPr/>
        </p:nvSpPr>
        <p:spPr>
          <a:xfrm>
            <a:off x="7075605" y="2950826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5CE5FD99-FC8D-3F42-935C-E7D7B43728D2}"/>
              </a:ext>
            </a:extLst>
          </p:cNvPr>
          <p:cNvSpPr/>
          <p:nvPr/>
        </p:nvSpPr>
        <p:spPr>
          <a:xfrm>
            <a:off x="6400800" y="24841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CCF211CF-960C-1974-EF59-24A41059D023}"/>
              </a:ext>
            </a:extLst>
          </p:cNvPr>
          <p:cNvSpPr/>
          <p:nvPr/>
        </p:nvSpPr>
        <p:spPr>
          <a:xfrm>
            <a:off x="6369171" y="23771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CBBF5BA0-05FA-1CC5-FB50-54B3A0AE10A9}"/>
              </a:ext>
            </a:extLst>
          </p:cNvPr>
          <p:cNvSpPr/>
          <p:nvPr/>
        </p:nvSpPr>
        <p:spPr>
          <a:xfrm>
            <a:off x="7601559" y="294188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1EAC8B41-1718-D4A3-FB3B-BA4A7A92A436}"/>
              </a:ext>
            </a:extLst>
          </p:cNvPr>
          <p:cNvSpPr/>
          <p:nvPr/>
        </p:nvSpPr>
        <p:spPr>
          <a:xfrm>
            <a:off x="7569930" y="283492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6" name="Forma livre: Forma 55">
            <a:extLst>
              <a:ext uri="{FF2B5EF4-FFF2-40B4-BE49-F238E27FC236}">
                <a16:creationId xmlns:a16="http://schemas.microsoft.com/office/drawing/2014/main" id="{ECB7FBDF-A474-B19B-8567-1F5CAA04EDAF}"/>
              </a:ext>
            </a:extLst>
          </p:cNvPr>
          <p:cNvSpPr/>
          <p:nvPr/>
        </p:nvSpPr>
        <p:spPr>
          <a:xfrm>
            <a:off x="7863300" y="365830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08FAE39C-6525-2D4A-9C60-E55632196D13}"/>
              </a:ext>
            </a:extLst>
          </p:cNvPr>
          <p:cNvSpPr/>
          <p:nvPr/>
        </p:nvSpPr>
        <p:spPr>
          <a:xfrm>
            <a:off x="7831671" y="355134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8" name="Forma livre: Forma 57">
            <a:extLst>
              <a:ext uri="{FF2B5EF4-FFF2-40B4-BE49-F238E27FC236}">
                <a16:creationId xmlns:a16="http://schemas.microsoft.com/office/drawing/2014/main" id="{785EB7AB-FA46-A009-8ADF-3B9B89089F46}"/>
              </a:ext>
            </a:extLst>
          </p:cNvPr>
          <p:cNvSpPr/>
          <p:nvPr/>
        </p:nvSpPr>
        <p:spPr>
          <a:xfrm>
            <a:off x="8767346" y="293666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B7DF6762-308C-F7C8-2060-682D9AFF8F95}"/>
              </a:ext>
            </a:extLst>
          </p:cNvPr>
          <p:cNvSpPr/>
          <p:nvPr/>
        </p:nvSpPr>
        <p:spPr>
          <a:xfrm>
            <a:off x="8735717" y="282970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0" name="Forma livre: Forma 59">
            <a:extLst>
              <a:ext uri="{FF2B5EF4-FFF2-40B4-BE49-F238E27FC236}">
                <a16:creationId xmlns:a16="http://schemas.microsoft.com/office/drawing/2014/main" id="{1DD9D7A2-52A4-68C1-82F0-906CFE7ECE0F}"/>
              </a:ext>
            </a:extLst>
          </p:cNvPr>
          <p:cNvSpPr/>
          <p:nvPr/>
        </p:nvSpPr>
        <p:spPr>
          <a:xfrm>
            <a:off x="8244350" y="4229409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1" name="Forma livre: Forma 60">
            <a:extLst>
              <a:ext uri="{FF2B5EF4-FFF2-40B4-BE49-F238E27FC236}">
                <a16:creationId xmlns:a16="http://schemas.microsoft.com/office/drawing/2014/main" id="{C458ADDF-A594-0ECD-D204-2ED070EACA88}"/>
              </a:ext>
            </a:extLst>
          </p:cNvPr>
          <p:cNvSpPr/>
          <p:nvPr/>
        </p:nvSpPr>
        <p:spPr>
          <a:xfrm>
            <a:off x="8212721" y="4122449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2" name="Forma livre: Forma 61">
            <a:extLst>
              <a:ext uri="{FF2B5EF4-FFF2-40B4-BE49-F238E27FC236}">
                <a16:creationId xmlns:a16="http://schemas.microsoft.com/office/drawing/2014/main" id="{2F4A2CAF-3B21-FC5C-434C-3B04241DA202}"/>
              </a:ext>
            </a:extLst>
          </p:cNvPr>
          <p:cNvSpPr/>
          <p:nvPr/>
        </p:nvSpPr>
        <p:spPr>
          <a:xfrm>
            <a:off x="9267606" y="35516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A9C3361F-9FB7-8EB0-D9A8-B70EE9DD9E65}"/>
              </a:ext>
            </a:extLst>
          </p:cNvPr>
          <p:cNvSpPr/>
          <p:nvPr/>
        </p:nvSpPr>
        <p:spPr>
          <a:xfrm>
            <a:off x="9235977" y="34446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37D43FAA-8EFF-4429-4E42-8FEF77AC85F3}"/>
              </a:ext>
            </a:extLst>
          </p:cNvPr>
          <p:cNvSpPr/>
          <p:nvPr/>
        </p:nvSpPr>
        <p:spPr>
          <a:xfrm>
            <a:off x="8807642" y="4048741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18D2C82B-CF5B-6F21-87A9-C82A13606DF8}"/>
              </a:ext>
            </a:extLst>
          </p:cNvPr>
          <p:cNvSpPr/>
          <p:nvPr/>
        </p:nvSpPr>
        <p:spPr>
          <a:xfrm>
            <a:off x="8776013" y="3941781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67F34CCA-324B-0A04-4926-FE44F64DF5B1}"/>
              </a:ext>
            </a:extLst>
          </p:cNvPr>
          <p:cNvSpPr/>
          <p:nvPr/>
        </p:nvSpPr>
        <p:spPr>
          <a:xfrm>
            <a:off x="7112119" y="3083317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7" name="Forma livre: Forma 66">
            <a:extLst>
              <a:ext uri="{FF2B5EF4-FFF2-40B4-BE49-F238E27FC236}">
                <a16:creationId xmlns:a16="http://schemas.microsoft.com/office/drawing/2014/main" id="{513C692D-FFA4-5954-642C-6B80242F6464}"/>
              </a:ext>
            </a:extLst>
          </p:cNvPr>
          <p:cNvSpPr/>
          <p:nvPr/>
        </p:nvSpPr>
        <p:spPr>
          <a:xfrm>
            <a:off x="7080490" y="2976357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3B8AFD1-B955-227C-3C29-56B5EFB6B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96" y="1505534"/>
            <a:ext cx="2843326" cy="398893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A9F5B38-F470-51E1-036D-115D8B205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060" y="2408645"/>
            <a:ext cx="2939560" cy="4143831"/>
          </a:xfrm>
          <a:prstGeom prst="rect">
            <a:avLst/>
          </a:prstGeom>
        </p:spPr>
      </p:pic>
      <p:pic>
        <p:nvPicPr>
          <p:cNvPr id="18" name="Imagem 17" descr="Uma imagem com texto, captura de ecrã, software, Sistema operativo&#10;&#10;Os conteúdos gerados por IA podem estar incorretos.">
            <a:extLst>
              <a:ext uri="{FF2B5EF4-FFF2-40B4-BE49-F238E27FC236}">
                <a16:creationId xmlns:a16="http://schemas.microsoft.com/office/drawing/2014/main" id="{8CC4316F-9A8D-9361-13CE-5C19A1BBFE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407" y="423463"/>
            <a:ext cx="2829435" cy="591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298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72D7C-FC4C-50CC-D6D0-88AF48EEC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0FC1D-4301-426D-D1B9-690B7E85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Splash</a:t>
            </a:r>
            <a:r>
              <a:rPr lang="pt-PT" dirty="0"/>
              <a:t> e Inicio de sessão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CDCCA83-69BA-18E1-F843-354B8F11DED1}"/>
              </a:ext>
            </a:extLst>
          </p:cNvPr>
          <p:cNvSpPr/>
          <p:nvPr/>
        </p:nvSpPr>
        <p:spPr>
          <a:xfrm>
            <a:off x="-5029199" y="3637934"/>
            <a:ext cx="16383000" cy="681670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7B3E1C-75CB-DD1C-C9B6-5C9A2BF1A5C5}"/>
              </a:ext>
            </a:extLst>
          </p:cNvPr>
          <p:cNvSpPr/>
          <p:nvPr/>
        </p:nvSpPr>
        <p:spPr>
          <a:xfrm>
            <a:off x="9555479" y="3220066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69AF567-14F8-9791-AEC9-3FCB6AFDB24B}"/>
              </a:ext>
            </a:extLst>
          </p:cNvPr>
          <p:cNvSpPr/>
          <p:nvPr/>
        </p:nvSpPr>
        <p:spPr>
          <a:xfrm>
            <a:off x="8130539" y="3051445"/>
            <a:ext cx="1173481" cy="113857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9B1E90-468F-121F-DECF-2332F90D7750}"/>
              </a:ext>
            </a:extLst>
          </p:cNvPr>
          <p:cNvSpPr/>
          <p:nvPr/>
        </p:nvSpPr>
        <p:spPr>
          <a:xfrm>
            <a:off x="10873739" y="5354301"/>
            <a:ext cx="1173481" cy="113857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54B86A-C8D6-9ACB-140B-C2BCA154AB9D}"/>
              </a:ext>
            </a:extLst>
          </p:cNvPr>
          <p:cNvSpPr/>
          <p:nvPr/>
        </p:nvSpPr>
        <p:spPr>
          <a:xfrm>
            <a:off x="5013959" y="5059680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913336-7319-D4A1-E915-A5F9A18467F8}"/>
              </a:ext>
            </a:extLst>
          </p:cNvPr>
          <p:cNvSpPr/>
          <p:nvPr/>
        </p:nvSpPr>
        <p:spPr>
          <a:xfrm>
            <a:off x="765808" y="4098579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91571D56-172D-29E2-041E-8F763F1AC818}"/>
              </a:ext>
            </a:extLst>
          </p:cNvPr>
          <p:cNvSpPr/>
          <p:nvPr/>
        </p:nvSpPr>
        <p:spPr>
          <a:xfrm>
            <a:off x="6248400" y="23317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9A9EF611-9D97-0AA4-FE2D-C7420876F551}"/>
              </a:ext>
            </a:extLst>
          </p:cNvPr>
          <p:cNvSpPr/>
          <p:nvPr/>
        </p:nvSpPr>
        <p:spPr>
          <a:xfrm>
            <a:off x="6216771" y="22247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9F0F32AB-5250-2E80-04E1-8EC3644BAFCA}"/>
              </a:ext>
            </a:extLst>
          </p:cNvPr>
          <p:cNvSpPr/>
          <p:nvPr/>
        </p:nvSpPr>
        <p:spPr>
          <a:xfrm>
            <a:off x="6819361" y="2620766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0F8D3926-A314-CBBC-F68F-EAE04F00B703}"/>
              </a:ext>
            </a:extLst>
          </p:cNvPr>
          <p:cNvSpPr/>
          <p:nvPr/>
        </p:nvSpPr>
        <p:spPr>
          <a:xfrm>
            <a:off x="6787732" y="2513806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1F2603D3-7F82-A240-60E8-4AF567661604}"/>
              </a:ext>
            </a:extLst>
          </p:cNvPr>
          <p:cNvSpPr/>
          <p:nvPr/>
        </p:nvSpPr>
        <p:spPr>
          <a:xfrm>
            <a:off x="6356665" y="282970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4AB2508C-B37A-61FB-07E3-0D92D8415E2E}"/>
              </a:ext>
            </a:extLst>
          </p:cNvPr>
          <p:cNvSpPr/>
          <p:nvPr/>
        </p:nvSpPr>
        <p:spPr>
          <a:xfrm>
            <a:off x="7075605" y="2950826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1B776854-1349-8541-2A99-872FCE4EF852}"/>
              </a:ext>
            </a:extLst>
          </p:cNvPr>
          <p:cNvSpPr/>
          <p:nvPr/>
        </p:nvSpPr>
        <p:spPr>
          <a:xfrm>
            <a:off x="6400800" y="24841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9983423D-03F9-60EB-1F78-B3353E27A55E}"/>
              </a:ext>
            </a:extLst>
          </p:cNvPr>
          <p:cNvSpPr/>
          <p:nvPr/>
        </p:nvSpPr>
        <p:spPr>
          <a:xfrm>
            <a:off x="6369171" y="23771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28A8CD82-0209-5457-F84A-219FC6786B94}"/>
              </a:ext>
            </a:extLst>
          </p:cNvPr>
          <p:cNvSpPr/>
          <p:nvPr/>
        </p:nvSpPr>
        <p:spPr>
          <a:xfrm>
            <a:off x="7601559" y="294188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AAE763E9-F2EE-EB8C-B5E5-CD08747F565C}"/>
              </a:ext>
            </a:extLst>
          </p:cNvPr>
          <p:cNvSpPr/>
          <p:nvPr/>
        </p:nvSpPr>
        <p:spPr>
          <a:xfrm>
            <a:off x="7569930" y="283492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6" name="Forma livre: Forma 55">
            <a:extLst>
              <a:ext uri="{FF2B5EF4-FFF2-40B4-BE49-F238E27FC236}">
                <a16:creationId xmlns:a16="http://schemas.microsoft.com/office/drawing/2014/main" id="{F9225EEE-A161-0393-4D98-CF2AAC7F4878}"/>
              </a:ext>
            </a:extLst>
          </p:cNvPr>
          <p:cNvSpPr/>
          <p:nvPr/>
        </p:nvSpPr>
        <p:spPr>
          <a:xfrm>
            <a:off x="7863300" y="365830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5BA43735-99B5-DF08-2A4D-A3666D87FC50}"/>
              </a:ext>
            </a:extLst>
          </p:cNvPr>
          <p:cNvSpPr/>
          <p:nvPr/>
        </p:nvSpPr>
        <p:spPr>
          <a:xfrm>
            <a:off x="7831671" y="355134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8" name="Forma livre: Forma 57">
            <a:extLst>
              <a:ext uri="{FF2B5EF4-FFF2-40B4-BE49-F238E27FC236}">
                <a16:creationId xmlns:a16="http://schemas.microsoft.com/office/drawing/2014/main" id="{3EE0B9AB-44A8-EE02-A925-EB296076E49A}"/>
              </a:ext>
            </a:extLst>
          </p:cNvPr>
          <p:cNvSpPr/>
          <p:nvPr/>
        </p:nvSpPr>
        <p:spPr>
          <a:xfrm>
            <a:off x="8767346" y="293666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84BBCD3F-6ADD-8FE0-3BCF-603175077AB5}"/>
              </a:ext>
            </a:extLst>
          </p:cNvPr>
          <p:cNvSpPr/>
          <p:nvPr/>
        </p:nvSpPr>
        <p:spPr>
          <a:xfrm>
            <a:off x="8735717" y="282970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0" name="Forma livre: Forma 59">
            <a:extLst>
              <a:ext uri="{FF2B5EF4-FFF2-40B4-BE49-F238E27FC236}">
                <a16:creationId xmlns:a16="http://schemas.microsoft.com/office/drawing/2014/main" id="{908BB376-5E63-E3C1-2034-C9E64EEFBE13}"/>
              </a:ext>
            </a:extLst>
          </p:cNvPr>
          <p:cNvSpPr/>
          <p:nvPr/>
        </p:nvSpPr>
        <p:spPr>
          <a:xfrm>
            <a:off x="8244350" y="4229409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1" name="Forma livre: Forma 60">
            <a:extLst>
              <a:ext uri="{FF2B5EF4-FFF2-40B4-BE49-F238E27FC236}">
                <a16:creationId xmlns:a16="http://schemas.microsoft.com/office/drawing/2014/main" id="{6934F3F1-702F-AA22-EF69-92E515CD8A31}"/>
              </a:ext>
            </a:extLst>
          </p:cNvPr>
          <p:cNvSpPr/>
          <p:nvPr/>
        </p:nvSpPr>
        <p:spPr>
          <a:xfrm>
            <a:off x="8212721" y="4122449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2" name="Forma livre: Forma 61">
            <a:extLst>
              <a:ext uri="{FF2B5EF4-FFF2-40B4-BE49-F238E27FC236}">
                <a16:creationId xmlns:a16="http://schemas.microsoft.com/office/drawing/2014/main" id="{73AB1056-45F4-2647-164C-40E685DAC272}"/>
              </a:ext>
            </a:extLst>
          </p:cNvPr>
          <p:cNvSpPr/>
          <p:nvPr/>
        </p:nvSpPr>
        <p:spPr>
          <a:xfrm>
            <a:off x="9267606" y="35516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31992AB7-1733-DC9B-EDBF-8C78805930F6}"/>
              </a:ext>
            </a:extLst>
          </p:cNvPr>
          <p:cNvSpPr/>
          <p:nvPr/>
        </p:nvSpPr>
        <p:spPr>
          <a:xfrm>
            <a:off x="9235977" y="34446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D5592E0E-8B71-B6B8-5007-0E3E93090A4A}"/>
              </a:ext>
            </a:extLst>
          </p:cNvPr>
          <p:cNvSpPr/>
          <p:nvPr/>
        </p:nvSpPr>
        <p:spPr>
          <a:xfrm>
            <a:off x="8807642" y="4048741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ABE8EEB0-C9F8-B616-5D22-9DA0E5D86355}"/>
              </a:ext>
            </a:extLst>
          </p:cNvPr>
          <p:cNvSpPr/>
          <p:nvPr/>
        </p:nvSpPr>
        <p:spPr>
          <a:xfrm>
            <a:off x="8776013" y="3941781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5B8CF33B-849B-12CC-16AA-BD6EF004F645}"/>
              </a:ext>
            </a:extLst>
          </p:cNvPr>
          <p:cNvSpPr/>
          <p:nvPr/>
        </p:nvSpPr>
        <p:spPr>
          <a:xfrm>
            <a:off x="7112119" y="3083317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7" name="Forma livre: Forma 66">
            <a:extLst>
              <a:ext uri="{FF2B5EF4-FFF2-40B4-BE49-F238E27FC236}">
                <a16:creationId xmlns:a16="http://schemas.microsoft.com/office/drawing/2014/main" id="{398FD651-92F1-8576-A9F7-B8D95CD1C900}"/>
              </a:ext>
            </a:extLst>
          </p:cNvPr>
          <p:cNvSpPr/>
          <p:nvPr/>
        </p:nvSpPr>
        <p:spPr>
          <a:xfrm>
            <a:off x="7080490" y="2976357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AF27EFB-C1EF-F423-09A0-D0C263BE3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444" y="1495223"/>
            <a:ext cx="4958173" cy="2567633"/>
          </a:xfrm>
          <a:prstGeom prst="rect">
            <a:avLst/>
          </a:prstGeom>
        </p:spPr>
      </p:pic>
      <p:pic>
        <p:nvPicPr>
          <p:cNvPr id="18" name="Imagem 17" descr="Uma imagem com texto, captura de ecrã, software, Sistema operativo&#10;&#10;Os conteúdos gerados por IA podem estar incorretos.">
            <a:extLst>
              <a:ext uri="{FF2B5EF4-FFF2-40B4-BE49-F238E27FC236}">
                <a16:creationId xmlns:a16="http://schemas.microsoft.com/office/drawing/2014/main" id="{3CD20496-2017-ADDA-CCEE-29E632B58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37" y="1695984"/>
            <a:ext cx="2654983" cy="485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93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8C8E5-E04C-D754-8B45-BAAA8DD9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Encomendas e Clientes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EE42FAE-7DBE-EAE3-2F02-02A820A6B86E}"/>
              </a:ext>
            </a:extLst>
          </p:cNvPr>
          <p:cNvSpPr/>
          <p:nvPr/>
        </p:nvSpPr>
        <p:spPr>
          <a:xfrm>
            <a:off x="-5029199" y="3637934"/>
            <a:ext cx="16383000" cy="681670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83AABA-5940-E359-FD9B-B6246F9B9631}"/>
              </a:ext>
            </a:extLst>
          </p:cNvPr>
          <p:cNvSpPr/>
          <p:nvPr/>
        </p:nvSpPr>
        <p:spPr>
          <a:xfrm>
            <a:off x="9555479" y="3220066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8E5582-C2F7-507D-DF56-6D4859AB5852}"/>
              </a:ext>
            </a:extLst>
          </p:cNvPr>
          <p:cNvSpPr/>
          <p:nvPr/>
        </p:nvSpPr>
        <p:spPr>
          <a:xfrm>
            <a:off x="8130539" y="3051445"/>
            <a:ext cx="1173481" cy="113857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1EFBC5-A9B3-7047-0F67-DDEDCACFB1C4}"/>
              </a:ext>
            </a:extLst>
          </p:cNvPr>
          <p:cNvSpPr/>
          <p:nvPr/>
        </p:nvSpPr>
        <p:spPr>
          <a:xfrm>
            <a:off x="10873739" y="5354301"/>
            <a:ext cx="1173481" cy="113857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F7D99CE-56EE-2961-81A8-3F0D4023229C}"/>
              </a:ext>
            </a:extLst>
          </p:cNvPr>
          <p:cNvSpPr/>
          <p:nvPr/>
        </p:nvSpPr>
        <p:spPr>
          <a:xfrm>
            <a:off x="5013959" y="5059680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B30B935-8406-1FCD-B456-8A84C181854C}"/>
              </a:ext>
            </a:extLst>
          </p:cNvPr>
          <p:cNvSpPr/>
          <p:nvPr/>
        </p:nvSpPr>
        <p:spPr>
          <a:xfrm>
            <a:off x="765808" y="4098579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37F57C26-8FD4-5997-6BC6-143F0BB11DFE}"/>
              </a:ext>
            </a:extLst>
          </p:cNvPr>
          <p:cNvSpPr/>
          <p:nvPr/>
        </p:nvSpPr>
        <p:spPr>
          <a:xfrm>
            <a:off x="6248400" y="23317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45FDC3A3-9A49-4254-7EC3-81CCD04F7403}"/>
              </a:ext>
            </a:extLst>
          </p:cNvPr>
          <p:cNvSpPr/>
          <p:nvPr/>
        </p:nvSpPr>
        <p:spPr>
          <a:xfrm>
            <a:off x="6216771" y="22247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2A5131B5-404E-2568-C676-34DFC56DE0DA}"/>
              </a:ext>
            </a:extLst>
          </p:cNvPr>
          <p:cNvSpPr/>
          <p:nvPr/>
        </p:nvSpPr>
        <p:spPr>
          <a:xfrm>
            <a:off x="6819361" y="2620766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AF844F8E-6CCC-27DA-2C8F-2229F57DF13F}"/>
              </a:ext>
            </a:extLst>
          </p:cNvPr>
          <p:cNvSpPr/>
          <p:nvPr/>
        </p:nvSpPr>
        <p:spPr>
          <a:xfrm>
            <a:off x="6787732" y="2513806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9EF52040-B3B6-6801-5D0C-FDD47B5C2DA8}"/>
              </a:ext>
            </a:extLst>
          </p:cNvPr>
          <p:cNvSpPr/>
          <p:nvPr/>
        </p:nvSpPr>
        <p:spPr>
          <a:xfrm>
            <a:off x="6356665" y="282970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1FB2F07C-10D1-B7DB-870E-776B06441084}"/>
              </a:ext>
            </a:extLst>
          </p:cNvPr>
          <p:cNvSpPr/>
          <p:nvPr/>
        </p:nvSpPr>
        <p:spPr>
          <a:xfrm>
            <a:off x="7075605" y="2950826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22855A5E-132C-BFBA-74B1-6E3FB559BA2C}"/>
              </a:ext>
            </a:extLst>
          </p:cNvPr>
          <p:cNvSpPr/>
          <p:nvPr/>
        </p:nvSpPr>
        <p:spPr>
          <a:xfrm>
            <a:off x="6400800" y="24841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29B58C16-FB65-2348-95FF-89B772671806}"/>
              </a:ext>
            </a:extLst>
          </p:cNvPr>
          <p:cNvSpPr/>
          <p:nvPr/>
        </p:nvSpPr>
        <p:spPr>
          <a:xfrm>
            <a:off x="6369171" y="23771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D0A777B5-B5DE-88A5-5D8C-9948B34C1644}"/>
              </a:ext>
            </a:extLst>
          </p:cNvPr>
          <p:cNvSpPr/>
          <p:nvPr/>
        </p:nvSpPr>
        <p:spPr>
          <a:xfrm>
            <a:off x="7601559" y="294188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4D5C1067-349D-0795-DB36-B5EA8ED05C5D}"/>
              </a:ext>
            </a:extLst>
          </p:cNvPr>
          <p:cNvSpPr/>
          <p:nvPr/>
        </p:nvSpPr>
        <p:spPr>
          <a:xfrm>
            <a:off x="7569930" y="283492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6" name="Forma livre: Forma 55">
            <a:extLst>
              <a:ext uri="{FF2B5EF4-FFF2-40B4-BE49-F238E27FC236}">
                <a16:creationId xmlns:a16="http://schemas.microsoft.com/office/drawing/2014/main" id="{E8FA46F3-60F5-99C3-0D13-BD2A6BA94737}"/>
              </a:ext>
            </a:extLst>
          </p:cNvPr>
          <p:cNvSpPr/>
          <p:nvPr/>
        </p:nvSpPr>
        <p:spPr>
          <a:xfrm>
            <a:off x="7863300" y="365830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1892193A-76B3-993A-02AB-AE5D658E9AB3}"/>
              </a:ext>
            </a:extLst>
          </p:cNvPr>
          <p:cNvSpPr/>
          <p:nvPr/>
        </p:nvSpPr>
        <p:spPr>
          <a:xfrm>
            <a:off x="7831671" y="355134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8" name="Forma livre: Forma 57">
            <a:extLst>
              <a:ext uri="{FF2B5EF4-FFF2-40B4-BE49-F238E27FC236}">
                <a16:creationId xmlns:a16="http://schemas.microsoft.com/office/drawing/2014/main" id="{530BB0B2-6884-5DD7-EE17-0942B3D9EBB7}"/>
              </a:ext>
            </a:extLst>
          </p:cNvPr>
          <p:cNvSpPr/>
          <p:nvPr/>
        </p:nvSpPr>
        <p:spPr>
          <a:xfrm>
            <a:off x="8767346" y="293666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F0FA8576-2C39-40AD-04BF-F9DC4653295F}"/>
              </a:ext>
            </a:extLst>
          </p:cNvPr>
          <p:cNvSpPr/>
          <p:nvPr/>
        </p:nvSpPr>
        <p:spPr>
          <a:xfrm>
            <a:off x="8735717" y="282970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0" name="Forma livre: Forma 59">
            <a:extLst>
              <a:ext uri="{FF2B5EF4-FFF2-40B4-BE49-F238E27FC236}">
                <a16:creationId xmlns:a16="http://schemas.microsoft.com/office/drawing/2014/main" id="{DB5457E7-BC07-F961-332E-57A95B6EEDBF}"/>
              </a:ext>
            </a:extLst>
          </p:cNvPr>
          <p:cNvSpPr/>
          <p:nvPr/>
        </p:nvSpPr>
        <p:spPr>
          <a:xfrm>
            <a:off x="8244350" y="4229409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1" name="Forma livre: Forma 60">
            <a:extLst>
              <a:ext uri="{FF2B5EF4-FFF2-40B4-BE49-F238E27FC236}">
                <a16:creationId xmlns:a16="http://schemas.microsoft.com/office/drawing/2014/main" id="{56D2A867-C9AA-3FF9-3918-1D16B070862E}"/>
              </a:ext>
            </a:extLst>
          </p:cNvPr>
          <p:cNvSpPr/>
          <p:nvPr/>
        </p:nvSpPr>
        <p:spPr>
          <a:xfrm>
            <a:off x="8212721" y="4122449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2" name="Forma livre: Forma 61">
            <a:extLst>
              <a:ext uri="{FF2B5EF4-FFF2-40B4-BE49-F238E27FC236}">
                <a16:creationId xmlns:a16="http://schemas.microsoft.com/office/drawing/2014/main" id="{0E949044-454E-3CB0-BF05-CA9D99081D9B}"/>
              </a:ext>
            </a:extLst>
          </p:cNvPr>
          <p:cNvSpPr/>
          <p:nvPr/>
        </p:nvSpPr>
        <p:spPr>
          <a:xfrm>
            <a:off x="9267606" y="35516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CEFF8547-21E7-1022-1F0A-0E27634E9968}"/>
              </a:ext>
            </a:extLst>
          </p:cNvPr>
          <p:cNvSpPr/>
          <p:nvPr/>
        </p:nvSpPr>
        <p:spPr>
          <a:xfrm>
            <a:off x="9235977" y="34446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D0F435FD-C487-241B-D563-6DEE82ADC4AA}"/>
              </a:ext>
            </a:extLst>
          </p:cNvPr>
          <p:cNvSpPr/>
          <p:nvPr/>
        </p:nvSpPr>
        <p:spPr>
          <a:xfrm>
            <a:off x="8807642" y="4048741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B196F0CC-C949-2007-DA27-F4AE8764C3F4}"/>
              </a:ext>
            </a:extLst>
          </p:cNvPr>
          <p:cNvSpPr/>
          <p:nvPr/>
        </p:nvSpPr>
        <p:spPr>
          <a:xfrm>
            <a:off x="8776013" y="3941781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A6796B02-2B86-5A4B-BC92-29EDAF31CB92}"/>
              </a:ext>
            </a:extLst>
          </p:cNvPr>
          <p:cNvSpPr/>
          <p:nvPr/>
        </p:nvSpPr>
        <p:spPr>
          <a:xfrm>
            <a:off x="7112119" y="3083317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7" name="Forma livre: Forma 66">
            <a:extLst>
              <a:ext uri="{FF2B5EF4-FFF2-40B4-BE49-F238E27FC236}">
                <a16:creationId xmlns:a16="http://schemas.microsoft.com/office/drawing/2014/main" id="{8BBA1481-5534-6F5F-EA5F-4347FEBE8017}"/>
              </a:ext>
            </a:extLst>
          </p:cNvPr>
          <p:cNvSpPr/>
          <p:nvPr/>
        </p:nvSpPr>
        <p:spPr>
          <a:xfrm>
            <a:off x="7080490" y="2976357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9" name="Imagem 68">
            <a:extLst>
              <a:ext uri="{FF2B5EF4-FFF2-40B4-BE49-F238E27FC236}">
                <a16:creationId xmlns:a16="http://schemas.microsoft.com/office/drawing/2014/main" id="{8057D117-F0C4-4A41-4686-D41AEB8E1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01" y="1602029"/>
            <a:ext cx="2600507" cy="3898621"/>
          </a:xfrm>
          <a:prstGeom prst="rect">
            <a:avLst/>
          </a:prstGeom>
        </p:spPr>
      </p:pic>
      <p:pic>
        <p:nvPicPr>
          <p:cNvPr id="71" name="Imagem 70">
            <a:extLst>
              <a:ext uri="{FF2B5EF4-FFF2-40B4-BE49-F238E27FC236}">
                <a16:creationId xmlns:a16="http://schemas.microsoft.com/office/drawing/2014/main" id="{F2E31E7B-08D9-0B9B-EB64-A1C03C127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447" y="2310238"/>
            <a:ext cx="2610977" cy="4028300"/>
          </a:xfrm>
          <a:prstGeom prst="rect">
            <a:avLst/>
          </a:prstGeom>
        </p:spPr>
      </p:pic>
      <p:pic>
        <p:nvPicPr>
          <p:cNvPr id="73" name="Imagem 72">
            <a:extLst>
              <a:ext uri="{FF2B5EF4-FFF2-40B4-BE49-F238E27FC236}">
                <a16:creationId xmlns:a16="http://schemas.microsoft.com/office/drawing/2014/main" id="{CBF5E401-1FFC-E27E-6501-AC163ACC5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415" y="1571372"/>
            <a:ext cx="2505935" cy="3796871"/>
          </a:xfrm>
          <a:prstGeom prst="rect">
            <a:avLst/>
          </a:prstGeom>
        </p:spPr>
      </p:pic>
      <p:pic>
        <p:nvPicPr>
          <p:cNvPr id="75" name="Imagem 74">
            <a:extLst>
              <a:ext uri="{FF2B5EF4-FFF2-40B4-BE49-F238E27FC236}">
                <a16:creationId xmlns:a16="http://schemas.microsoft.com/office/drawing/2014/main" id="{E6CBBF23-25BC-BB10-8937-97EA526D5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2589" y="2081325"/>
            <a:ext cx="2630134" cy="401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33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C46C8-8CD8-AAE5-854F-762DF947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2C943-BC65-F7FB-444C-7B2A87084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,Anúncios e Geral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EDA08A8-D81C-6274-0B6F-D043509A632B}"/>
              </a:ext>
            </a:extLst>
          </p:cNvPr>
          <p:cNvSpPr/>
          <p:nvPr/>
        </p:nvSpPr>
        <p:spPr>
          <a:xfrm>
            <a:off x="-5029199" y="3637934"/>
            <a:ext cx="16383000" cy="681670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8FB9D26-F7E2-8195-6BC2-D4AB0D2B97D5}"/>
              </a:ext>
            </a:extLst>
          </p:cNvPr>
          <p:cNvSpPr/>
          <p:nvPr/>
        </p:nvSpPr>
        <p:spPr>
          <a:xfrm>
            <a:off x="9555479" y="3220066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4C685E4-B94D-17D0-AE4B-FB06ACC0342B}"/>
              </a:ext>
            </a:extLst>
          </p:cNvPr>
          <p:cNvSpPr/>
          <p:nvPr/>
        </p:nvSpPr>
        <p:spPr>
          <a:xfrm>
            <a:off x="8130539" y="3051445"/>
            <a:ext cx="1173481" cy="113857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8442470-49E6-EED6-2896-A59F249F83DA}"/>
              </a:ext>
            </a:extLst>
          </p:cNvPr>
          <p:cNvSpPr/>
          <p:nvPr/>
        </p:nvSpPr>
        <p:spPr>
          <a:xfrm>
            <a:off x="10873739" y="5354301"/>
            <a:ext cx="1173481" cy="113857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96AACB-549C-C7EC-ECDD-670D3EAEAFDF}"/>
              </a:ext>
            </a:extLst>
          </p:cNvPr>
          <p:cNvSpPr/>
          <p:nvPr/>
        </p:nvSpPr>
        <p:spPr>
          <a:xfrm>
            <a:off x="5013959" y="5059680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0764DC5-4C8C-63FD-ED19-F59CB1F08A6E}"/>
              </a:ext>
            </a:extLst>
          </p:cNvPr>
          <p:cNvSpPr/>
          <p:nvPr/>
        </p:nvSpPr>
        <p:spPr>
          <a:xfrm>
            <a:off x="765808" y="4098579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6AA2006B-9262-53AC-47D3-57AA7742659C}"/>
              </a:ext>
            </a:extLst>
          </p:cNvPr>
          <p:cNvSpPr/>
          <p:nvPr/>
        </p:nvSpPr>
        <p:spPr>
          <a:xfrm>
            <a:off x="6248400" y="23317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AFA0E887-625E-62AD-4C1D-0E90B8033D1C}"/>
              </a:ext>
            </a:extLst>
          </p:cNvPr>
          <p:cNvSpPr/>
          <p:nvPr/>
        </p:nvSpPr>
        <p:spPr>
          <a:xfrm>
            <a:off x="6216771" y="22247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8D599229-A2C5-4E04-6E71-D9F9818985E0}"/>
              </a:ext>
            </a:extLst>
          </p:cNvPr>
          <p:cNvSpPr/>
          <p:nvPr/>
        </p:nvSpPr>
        <p:spPr>
          <a:xfrm>
            <a:off x="6819361" y="2620766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228897DB-6393-CF99-A3C0-2B132C265F4F}"/>
              </a:ext>
            </a:extLst>
          </p:cNvPr>
          <p:cNvSpPr/>
          <p:nvPr/>
        </p:nvSpPr>
        <p:spPr>
          <a:xfrm>
            <a:off x="6787732" y="2513806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1EB5388D-A752-31A4-D59B-E9118BE0CAC4}"/>
              </a:ext>
            </a:extLst>
          </p:cNvPr>
          <p:cNvSpPr/>
          <p:nvPr/>
        </p:nvSpPr>
        <p:spPr>
          <a:xfrm>
            <a:off x="6356665" y="282970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9B779951-36FD-618F-9B53-185458FD38EC}"/>
              </a:ext>
            </a:extLst>
          </p:cNvPr>
          <p:cNvSpPr/>
          <p:nvPr/>
        </p:nvSpPr>
        <p:spPr>
          <a:xfrm>
            <a:off x="7075605" y="2950826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FB539435-97FF-910C-BA2F-B7B0EDE827F2}"/>
              </a:ext>
            </a:extLst>
          </p:cNvPr>
          <p:cNvSpPr/>
          <p:nvPr/>
        </p:nvSpPr>
        <p:spPr>
          <a:xfrm>
            <a:off x="6400800" y="24841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71915D17-69E4-54FA-2415-07105AD0545C}"/>
              </a:ext>
            </a:extLst>
          </p:cNvPr>
          <p:cNvSpPr/>
          <p:nvPr/>
        </p:nvSpPr>
        <p:spPr>
          <a:xfrm>
            <a:off x="6369171" y="23771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DAB202A0-42D0-033D-4881-58BD1F7EF4F2}"/>
              </a:ext>
            </a:extLst>
          </p:cNvPr>
          <p:cNvSpPr/>
          <p:nvPr/>
        </p:nvSpPr>
        <p:spPr>
          <a:xfrm>
            <a:off x="7601559" y="294188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BC4D5C0A-C31A-7786-0192-E8172A3E9745}"/>
              </a:ext>
            </a:extLst>
          </p:cNvPr>
          <p:cNvSpPr/>
          <p:nvPr/>
        </p:nvSpPr>
        <p:spPr>
          <a:xfrm>
            <a:off x="7569930" y="283492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6" name="Forma livre: Forma 55">
            <a:extLst>
              <a:ext uri="{FF2B5EF4-FFF2-40B4-BE49-F238E27FC236}">
                <a16:creationId xmlns:a16="http://schemas.microsoft.com/office/drawing/2014/main" id="{FECC209D-3C26-A071-F633-9D00E00130F3}"/>
              </a:ext>
            </a:extLst>
          </p:cNvPr>
          <p:cNvSpPr/>
          <p:nvPr/>
        </p:nvSpPr>
        <p:spPr>
          <a:xfrm>
            <a:off x="7863300" y="365830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34A85FF5-BB1A-4118-BC64-1494B2603105}"/>
              </a:ext>
            </a:extLst>
          </p:cNvPr>
          <p:cNvSpPr/>
          <p:nvPr/>
        </p:nvSpPr>
        <p:spPr>
          <a:xfrm>
            <a:off x="7831671" y="355134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8" name="Forma livre: Forma 57">
            <a:extLst>
              <a:ext uri="{FF2B5EF4-FFF2-40B4-BE49-F238E27FC236}">
                <a16:creationId xmlns:a16="http://schemas.microsoft.com/office/drawing/2014/main" id="{8BF3ACE9-A4B3-D37E-CDF4-4A415C84132F}"/>
              </a:ext>
            </a:extLst>
          </p:cNvPr>
          <p:cNvSpPr/>
          <p:nvPr/>
        </p:nvSpPr>
        <p:spPr>
          <a:xfrm>
            <a:off x="8767346" y="293666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30E3F0CD-F995-BE1E-AB6C-8A439A43FE9E}"/>
              </a:ext>
            </a:extLst>
          </p:cNvPr>
          <p:cNvSpPr/>
          <p:nvPr/>
        </p:nvSpPr>
        <p:spPr>
          <a:xfrm>
            <a:off x="8735717" y="282970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0" name="Forma livre: Forma 59">
            <a:extLst>
              <a:ext uri="{FF2B5EF4-FFF2-40B4-BE49-F238E27FC236}">
                <a16:creationId xmlns:a16="http://schemas.microsoft.com/office/drawing/2014/main" id="{834C1FAF-026A-21A4-8C55-E8D33A178FC4}"/>
              </a:ext>
            </a:extLst>
          </p:cNvPr>
          <p:cNvSpPr/>
          <p:nvPr/>
        </p:nvSpPr>
        <p:spPr>
          <a:xfrm>
            <a:off x="8244350" y="4229409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1" name="Forma livre: Forma 60">
            <a:extLst>
              <a:ext uri="{FF2B5EF4-FFF2-40B4-BE49-F238E27FC236}">
                <a16:creationId xmlns:a16="http://schemas.microsoft.com/office/drawing/2014/main" id="{D16BDCE4-A40A-C1E0-E460-8FCB22B1CFA1}"/>
              </a:ext>
            </a:extLst>
          </p:cNvPr>
          <p:cNvSpPr/>
          <p:nvPr/>
        </p:nvSpPr>
        <p:spPr>
          <a:xfrm>
            <a:off x="8212721" y="4122449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2" name="Forma livre: Forma 61">
            <a:extLst>
              <a:ext uri="{FF2B5EF4-FFF2-40B4-BE49-F238E27FC236}">
                <a16:creationId xmlns:a16="http://schemas.microsoft.com/office/drawing/2014/main" id="{AD45FF4F-AA1B-B744-F801-31EB2DF905E7}"/>
              </a:ext>
            </a:extLst>
          </p:cNvPr>
          <p:cNvSpPr/>
          <p:nvPr/>
        </p:nvSpPr>
        <p:spPr>
          <a:xfrm>
            <a:off x="9267606" y="35516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673F1182-1180-2983-8E9E-DA0D488FB3E1}"/>
              </a:ext>
            </a:extLst>
          </p:cNvPr>
          <p:cNvSpPr/>
          <p:nvPr/>
        </p:nvSpPr>
        <p:spPr>
          <a:xfrm>
            <a:off x="9235977" y="34446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EB9A48EC-622C-6C4C-E141-5659ABC03605}"/>
              </a:ext>
            </a:extLst>
          </p:cNvPr>
          <p:cNvSpPr/>
          <p:nvPr/>
        </p:nvSpPr>
        <p:spPr>
          <a:xfrm>
            <a:off x="8807642" y="4048741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29F94BE9-80D8-654A-07A8-1E88803A4110}"/>
              </a:ext>
            </a:extLst>
          </p:cNvPr>
          <p:cNvSpPr/>
          <p:nvPr/>
        </p:nvSpPr>
        <p:spPr>
          <a:xfrm>
            <a:off x="8776013" y="3941781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DA206AA8-B234-8BD5-C485-3D69575FB6CF}"/>
              </a:ext>
            </a:extLst>
          </p:cNvPr>
          <p:cNvSpPr/>
          <p:nvPr/>
        </p:nvSpPr>
        <p:spPr>
          <a:xfrm>
            <a:off x="7112119" y="3083317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7" name="Forma livre: Forma 66">
            <a:extLst>
              <a:ext uri="{FF2B5EF4-FFF2-40B4-BE49-F238E27FC236}">
                <a16:creationId xmlns:a16="http://schemas.microsoft.com/office/drawing/2014/main" id="{AC8E393B-7FE7-0FAF-DC1A-18FD8162F564}"/>
              </a:ext>
            </a:extLst>
          </p:cNvPr>
          <p:cNvSpPr/>
          <p:nvPr/>
        </p:nvSpPr>
        <p:spPr>
          <a:xfrm>
            <a:off x="7080490" y="2976357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BD2B510-3342-7570-5F09-5B0E4761C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88" y="1631964"/>
            <a:ext cx="2777354" cy="423717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AD8125B-AD30-95C5-C8AC-64880A77F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619" y="2386742"/>
            <a:ext cx="2680578" cy="405640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2B8EB34-D7F1-8617-9543-D26FA2CFD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246" y="1653428"/>
            <a:ext cx="2664304" cy="406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533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4B0BD-1FE0-9AAE-943C-4EB3C69A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0943F-4C14-0321-2477-C30C851F7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,Anúncios e Geral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14C8EDA-62A5-6129-9332-CF96A32F6537}"/>
              </a:ext>
            </a:extLst>
          </p:cNvPr>
          <p:cNvSpPr/>
          <p:nvPr/>
        </p:nvSpPr>
        <p:spPr>
          <a:xfrm>
            <a:off x="-5029199" y="3637934"/>
            <a:ext cx="16383000" cy="681670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554B833-1D1E-1560-EA48-F52B180CED80}"/>
              </a:ext>
            </a:extLst>
          </p:cNvPr>
          <p:cNvSpPr/>
          <p:nvPr/>
        </p:nvSpPr>
        <p:spPr>
          <a:xfrm>
            <a:off x="9555479" y="3220066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43F990-6F41-E922-E75F-788D591A982E}"/>
              </a:ext>
            </a:extLst>
          </p:cNvPr>
          <p:cNvSpPr/>
          <p:nvPr/>
        </p:nvSpPr>
        <p:spPr>
          <a:xfrm>
            <a:off x="8130539" y="3051445"/>
            <a:ext cx="1173481" cy="113857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78616D-EABE-FEB8-B1F1-3C7C1B48365C}"/>
              </a:ext>
            </a:extLst>
          </p:cNvPr>
          <p:cNvSpPr/>
          <p:nvPr/>
        </p:nvSpPr>
        <p:spPr>
          <a:xfrm>
            <a:off x="10873739" y="5354301"/>
            <a:ext cx="1173481" cy="113857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928B1C-AB12-F4BF-F1D9-8708406EAFC1}"/>
              </a:ext>
            </a:extLst>
          </p:cNvPr>
          <p:cNvSpPr/>
          <p:nvPr/>
        </p:nvSpPr>
        <p:spPr>
          <a:xfrm>
            <a:off x="5013959" y="5059680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42144D1-C3AC-2567-1E67-FE04347E2E50}"/>
              </a:ext>
            </a:extLst>
          </p:cNvPr>
          <p:cNvSpPr/>
          <p:nvPr/>
        </p:nvSpPr>
        <p:spPr>
          <a:xfrm>
            <a:off x="765808" y="4098579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C1B1E155-04D0-CD45-56B6-E588E1004BE7}"/>
              </a:ext>
            </a:extLst>
          </p:cNvPr>
          <p:cNvSpPr/>
          <p:nvPr/>
        </p:nvSpPr>
        <p:spPr>
          <a:xfrm>
            <a:off x="6248400" y="23317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795093E9-B52C-D6EA-E5DE-AC466BC64247}"/>
              </a:ext>
            </a:extLst>
          </p:cNvPr>
          <p:cNvSpPr/>
          <p:nvPr/>
        </p:nvSpPr>
        <p:spPr>
          <a:xfrm>
            <a:off x="6216771" y="22247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360D1D15-FC78-6114-7BA6-E68DB26E338C}"/>
              </a:ext>
            </a:extLst>
          </p:cNvPr>
          <p:cNvSpPr/>
          <p:nvPr/>
        </p:nvSpPr>
        <p:spPr>
          <a:xfrm>
            <a:off x="6819361" y="2620766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F04AFC19-99B3-7319-D29D-B84B72F7753C}"/>
              </a:ext>
            </a:extLst>
          </p:cNvPr>
          <p:cNvSpPr/>
          <p:nvPr/>
        </p:nvSpPr>
        <p:spPr>
          <a:xfrm>
            <a:off x="6787732" y="2513806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20B87029-65C6-4BD8-0B9C-AB6AA7503BB4}"/>
              </a:ext>
            </a:extLst>
          </p:cNvPr>
          <p:cNvSpPr/>
          <p:nvPr/>
        </p:nvSpPr>
        <p:spPr>
          <a:xfrm>
            <a:off x="6356665" y="282970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DBA9B258-BB1D-A931-05A9-FC211F981688}"/>
              </a:ext>
            </a:extLst>
          </p:cNvPr>
          <p:cNvSpPr/>
          <p:nvPr/>
        </p:nvSpPr>
        <p:spPr>
          <a:xfrm>
            <a:off x="7075605" y="2950826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9BE808BF-EBCC-5308-2ECA-27BA8A87C916}"/>
              </a:ext>
            </a:extLst>
          </p:cNvPr>
          <p:cNvSpPr/>
          <p:nvPr/>
        </p:nvSpPr>
        <p:spPr>
          <a:xfrm>
            <a:off x="6400800" y="24841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31524D2A-7F9E-FA33-5FB3-D7E0FFD1259E}"/>
              </a:ext>
            </a:extLst>
          </p:cNvPr>
          <p:cNvSpPr/>
          <p:nvPr/>
        </p:nvSpPr>
        <p:spPr>
          <a:xfrm>
            <a:off x="6369171" y="23771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20AE10A3-75A8-CB90-1FEC-0D8B4D1E35B5}"/>
              </a:ext>
            </a:extLst>
          </p:cNvPr>
          <p:cNvSpPr/>
          <p:nvPr/>
        </p:nvSpPr>
        <p:spPr>
          <a:xfrm>
            <a:off x="7601559" y="294188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F09273F8-2016-CA44-91E5-EA81920B0A05}"/>
              </a:ext>
            </a:extLst>
          </p:cNvPr>
          <p:cNvSpPr/>
          <p:nvPr/>
        </p:nvSpPr>
        <p:spPr>
          <a:xfrm>
            <a:off x="7569930" y="283492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6" name="Forma livre: Forma 55">
            <a:extLst>
              <a:ext uri="{FF2B5EF4-FFF2-40B4-BE49-F238E27FC236}">
                <a16:creationId xmlns:a16="http://schemas.microsoft.com/office/drawing/2014/main" id="{54813582-02C3-D7E0-0BFF-B15C59ACF90D}"/>
              </a:ext>
            </a:extLst>
          </p:cNvPr>
          <p:cNvSpPr/>
          <p:nvPr/>
        </p:nvSpPr>
        <p:spPr>
          <a:xfrm>
            <a:off x="7863300" y="365830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EDBED995-F255-19EB-96E7-F495C3D271B4}"/>
              </a:ext>
            </a:extLst>
          </p:cNvPr>
          <p:cNvSpPr/>
          <p:nvPr/>
        </p:nvSpPr>
        <p:spPr>
          <a:xfrm>
            <a:off x="7831671" y="355134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8" name="Forma livre: Forma 57">
            <a:extLst>
              <a:ext uri="{FF2B5EF4-FFF2-40B4-BE49-F238E27FC236}">
                <a16:creationId xmlns:a16="http://schemas.microsoft.com/office/drawing/2014/main" id="{8C513BC4-EDE9-A6F4-FF7D-FA0890BC954E}"/>
              </a:ext>
            </a:extLst>
          </p:cNvPr>
          <p:cNvSpPr/>
          <p:nvPr/>
        </p:nvSpPr>
        <p:spPr>
          <a:xfrm>
            <a:off x="8767346" y="293666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73F34EE8-8DB7-F4AE-2E65-ADBFA8B37989}"/>
              </a:ext>
            </a:extLst>
          </p:cNvPr>
          <p:cNvSpPr/>
          <p:nvPr/>
        </p:nvSpPr>
        <p:spPr>
          <a:xfrm>
            <a:off x="8735717" y="282970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0" name="Forma livre: Forma 59">
            <a:extLst>
              <a:ext uri="{FF2B5EF4-FFF2-40B4-BE49-F238E27FC236}">
                <a16:creationId xmlns:a16="http://schemas.microsoft.com/office/drawing/2014/main" id="{4D797A10-4620-3993-70F7-F899B7D1485C}"/>
              </a:ext>
            </a:extLst>
          </p:cNvPr>
          <p:cNvSpPr/>
          <p:nvPr/>
        </p:nvSpPr>
        <p:spPr>
          <a:xfrm>
            <a:off x="8244350" y="4229409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1" name="Forma livre: Forma 60">
            <a:extLst>
              <a:ext uri="{FF2B5EF4-FFF2-40B4-BE49-F238E27FC236}">
                <a16:creationId xmlns:a16="http://schemas.microsoft.com/office/drawing/2014/main" id="{6AE009F1-8BBC-3A27-0CA8-54A0E4A000CC}"/>
              </a:ext>
            </a:extLst>
          </p:cNvPr>
          <p:cNvSpPr/>
          <p:nvPr/>
        </p:nvSpPr>
        <p:spPr>
          <a:xfrm>
            <a:off x="8212721" y="4122449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2" name="Forma livre: Forma 61">
            <a:extLst>
              <a:ext uri="{FF2B5EF4-FFF2-40B4-BE49-F238E27FC236}">
                <a16:creationId xmlns:a16="http://schemas.microsoft.com/office/drawing/2014/main" id="{DC29AF8C-4DF0-4BCE-B582-4245C8C0FDB8}"/>
              </a:ext>
            </a:extLst>
          </p:cNvPr>
          <p:cNvSpPr/>
          <p:nvPr/>
        </p:nvSpPr>
        <p:spPr>
          <a:xfrm>
            <a:off x="9267606" y="35516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70579398-EF6A-71DE-101B-27009D042FB6}"/>
              </a:ext>
            </a:extLst>
          </p:cNvPr>
          <p:cNvSpPr/>
          <p:nvPr/>
        </p:nvSpPr>
        <p:spPr>
          <a:xfrm>
            <a:off x="9235977" y="34446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77D92D5F-0411-F304-D294-468D7E839388}"/>
              </a:ext>
            </a:extLst>
          </p:cNvPr>
          <p:cNvSpPr/>
          <p:nvPr/>
        </p:nvSpPr>
        <p:spPr>
          <a:xfrm>
            <a:off x="8807642" y="4048741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053AE86E-2E85-5F7C-2E9C-55294B5B3EE1}"/>
              </a:ext>
            </a:extLst>
          </p:cNvPr>
          <p:cNvSpPr/>
          <p:nvPr/>
        </p:nvSpPr>
        <p:spPr>
          <a:xfrm>
            <a:off x="8776013" y="3941781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32D2E2A0-6908-F017-3EF6-F0576B2B9E31}"/>
              </a:ext>
            </a:extLst>
          </p:cNvPr>
          <p:cNvSpPr/>
          <p:nvPr/>
        </p:nvSpPr>
        <p:spPr>
          <a:xfrm>
            <a:off x="7112119" y="3083317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7" name="Forma livre: Forma 66">
            <a:extLst>
              <a:ext uri="{FF2B5EF4-FFF2-40B4-BE49-F238E27FC236}">
                <a16:creationId xmlns:a16="http://schemas.microsoft.com/office/drawing/2014/main" id="{9313840A-0EC7-80ED-0AE4-DBCDE6816375}"/>
              </a:ext>
            </a:extLst>
          </p:cNvPr>
          <p:cNvSpPr/>
          <p:nvPr/>
        </p:nvSpPr>
        <p:spPr>
          <a:xfrm>
            <a:off x="7080490" y="2976357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3801DA0-FBB0-069D-26AE-F955E3252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079" y="1600481"/>
            <a:ext cx="3194410" cy="489239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59B56D3-B11C-1265-09A0-4E653ACC6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393" y="928411"/>
            <a:ext cx="3439606" cy="521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31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6565B-A19F-C91D-1712-86BB315FB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9976D-5DCC-6EE2-89CB-EC50BD473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Home</a:t>
            </a:r>
            <a:r>
              <a:rPr lang="pt-PT" dirty="0"/>
              <a:t> e Utilizador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FFA1A4-59E9-BA9E-978B-FE23EACD4AB0}"/>
              </a:ext>
            </a:extLst>
          </p:cNvPr>
          <p:cNvSpPr/>
          <p:nvPr/>
        </p:nvSpPr>
        <p:spPr>
          <a:xfrm>
            <a:off x="-5029199" y="3637934"/>
            <a:ext cx="16383000" cy="681670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89F78F-6394-C1D8-D6C7-D67CF0D98C6E}"/>
              </a:ext>
            </a:extLst>
          </p:cNvPr>
          <p:cNvSpPr/>
          <p:nvPr/>
        </p:nvSpPr>
        <p:spPr>
          <a:xfrm>
            <a:off x="9555479" y="3220066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F7CFF1-EFE2-4349-F033-DDBBC23A905E}"/>
              </a:ext>
            </a:extLst>
          </p:cNvPr>
          <p:cNvSpPr/>
          <p:nvPr/>
        </p:nvSpPr>
        <p:spPr>
          <a:xfrm>
            <a:off x="8130539" y="3051445"/>
            <a:ext cx="1173481" cy="113857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6A70F07-9D19-F9E2-A247-352DED60761B}"/>
              </a:ext>
            </a:extLst>
          </p:cNvPr>
          <p:cNvSpPr/>
          <p:nvPr/>
        </p:nvSpPr>
        <p:spPr>
          <a:xfrm>
            <a:off x="10873739" y="5354301"/>
            <a:ext cx="1173481" cy="113857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B7CAA0-FC36-AF9F-C57E-A7BA29045978}"/>
              </a:ext>
            </a:extLst>
          </p:cNvPr>
          <p:cNvSpPr/>
          <p:nvPr/>
        </p:nvSpPr>
        <p:spPr>
          <a:xfrm>
            <a:off x="5013959" y="5059680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0D9712-8C91-12B4-A89A-A10EBDABA836}"/>
              </a:ext>
            </a:extLst>
          </p:cNvPr>
          <p:cNvSpPr/>
          <p:nvPr/>
        </p:nvSpPr>
        <p:spPr>
          <a:xfrm>
            <a:off x="765808" y="4098579"/>
            <a:ext cx="2636521" cy="1939906"/>
          </a:xfrm>
          <a:prstGeom prst="ellipse">
            <a:avLst/>
          </a:prstGeom>
          <a:solidFill>
            <a:srgbClr val="8FD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1F0F295E-9F0E-2D82-C3ED-EB92FEAF3233}"/>
              </a:ext>
            </a:extLst>
          </p:cNvPr>
          <p:cNvSpPr/>
          <p:nvPr/>
        </p:nvSpPr>
        <p:spPr>
          <a:xfrm>
            <a:off x="6248400" y="23317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587ED2C4-A6CD-CF04-84E4-7CE011095157}"/>
              </a:ext>
            </a:extLst>
          </p:cNvPr>
          <p:cNvSpPr/>
          <p:nvPr/>
        </p:nvSpPr>
        <p:spPr>
          <a:xfrm>
            <a:off x="6216771" y="22247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A1F71AFD-5E54-41F9-8F3A-1A6514DFA6D4}"/>
              </a:ext>
            </a:extLst>
          </p:cNvPr>
          <p:cNvSpPr/>
          <p:nvPr/>
        </p:nvSpPr>
        <p:spPr>
          <a:xfrm>
            <a:off x="6819361" y="2620766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AAB0EAD9-8F44-6AF9-0B10-50CE3AFBD8DA}"/>
              </a:ext>
            </a:extLst>
          </p:cNvPr>
          <p:cNvSpPr/>
          <p:nvPr/>
        </p:nvSpPr>
        <p:spPr>
          <a:xfrm>
            <a:off x="6787732" y="2513806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661779F5-5B55-2E5A-6D73-B7FB3196013A}"/>
              </a:ext>
            </a:extLst>
          </p:cNvPr>
          <p:cNvSpPr/>
          <p:nvPr/>
        </p:nvSpPr>
        <p:spPr>
          <a:xfrm>
            <a:off x="6356665" y="282970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7E559DC4-AAF5-3FD7-D674-C8C5BDA0BACB}"/>
              </a:ext>
            </a:extLst>
          </p:cNvPr>
          <p:cNvSpPr/>
          <p:nvPr/>
        </p:nvSpPr>
        <p:spPr>
          <a:xfrm>
            <a:off x="7075605" y="2950826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54D3145F-E961-83E7-53C3-4E942F31EBB8}"/>
              </a:ext>
            </a:extLst>
          </p:cNvPr>
          <p:cNvSpPr/>
          <p:nvPr/>
        </p:nvSpPr>
        <p:spPr>
          <a:xfrm>
            <a:off x="6400800" y="24841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2F72E207-AA17-D8F7-BD8B-608A5D7C10AF}"/>
              </a:ext>
            </a:extLst>
          </p:cNvPr>
          <p:cNvSpPr/>
          <p:nvPr/>
        </p:nvSpPr>
        <p:spPr>
          <a:xfrm>
            <a:off x="6369171" y="23771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3E74850A-85C6-6765-EF34-6121C28C5FD4}"/>
              </a:ext>
            </a:extLst>
          </p:cNvPr>
          <p:cNvSpPr/>
          <p:nvPr/>
        </p:nvSpPr>
        <p:spPr>
          <a:xfrm>
            <a:off x="7601559" y="294188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3D11BD66-47AF-3740-93CB-4E3015BB0995}"/>
              </a:ext>
            </a:extLst>
          </p:cNvPr>
          <p:cNvSpPr/>
          <p:nvPr/>
        </p:nvSpPr>
        <p:spPr>
          <a:xfrm>
            <a:off x="7569930" y="283492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6" name="Forma livre: Forma 55">
            <a:extLst>
              <a:ext uri="{FF2B5EF4-FFF2-40B4-BE49-F238E27FC236}">
                <a16:creationId xmlns:a16="http://schemas.microsoft.com/office/drawing/2014/main" id="{D16B980F-9D02-0F6E-C947-840B5C9EA5FD}"/>
              </a:ext>
            </a:extLst>
          </p:cNvPr>
          <p:cNvSpPr/>
          <p:nvPr/>
        </p:nvSpPr>
        <p:spPr>
          <a:xfrm>
            <a:off x="7863300" y="365830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3447E6D2-CDA4-31CC-9D6A-15C5F6A9CBF8}"/>
              </a:ext>
            </a:extLst>
          </p:cNvPr>
          <p:cNvSpPr/>
          <p:nvPr/>
        </p:nvSpPr>
        <p:spPr>
          <a:xfrm>
            <a:off x="7831671" y="355134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8" name="Forma livre: Forma 57">
            <a:extLst>
              <a:ext uri="{FF2B5EF4-FFF2-40B4-BE49-F238E27FC236}">
                <a16:creationId xmlns:a16="http://schemas.microsoft.com/office/drawing/2014/main" id="{D63B3B65-861B-3B62-2F84-237ACDE68EEE}"/>
              </a:ext>
            </a:extLst>
          </p:cNvPr>
          <p:cNvSpPr/>
          <p:nvPr/>
        </p:nvSpPr>
        <p:spPr>
          <a:xfrm>
            <a:off x="8767346" y="293666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7558AC6B-B685-A058-A29F-B40D87AF0BE6}"/>
              </a:ext>
            </a:extLst>
          </p:cNvPr>
          <p:cNvSpPr/>
          <p:nvPr/>
        </p:nvSpPr>
        <p:spPr>
          <a:xfrm>
            <a:off x="8735717" y="282970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0" name="Forma livre: Forma 59">
            <a:extLst>
              <a:ext uri="{FF2B5EF4-FFF2-40B4-BE49-F238E27FC236}">
                <a16:creationId xmlns:a16="http://schemas.microsoft.com/office/drawing/2014/main" id="{F4884295-60F5-946F-F231-336C52D2ADA0}"/>
              </a:ext>
            </a:extLst>
          </p:cNvPr>
          <p:cNvSpPr/>
          <p:nvPr/>
        </p:nvSpPr>
        <p:spPr>
          <a:xfrm>
            <a:off x="8244350" y="4229409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1" name="Forma livre: Forma 60">
            <a:extLst>
              <a:ext uri="{FF2B5EF4-FFF2-40B4-BE49-F238E27FC236}">
                <a16:creationId xmlns:a16="http://schemas.microsoft.com/office/drawing/2014/main" id="{C2637F43-3867-B051-DF4F-CD8FD9891E6D}"/>
              </a:ext>
            </a:extLst>
          </p:cNvPr>
          <p:cNvSpPr/>
          <p:nvPr/>
        </p:nvSpPr>
        <p:spPr>
          <a:xfrm>
            <a:off x="8212721" y="4122449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2" name="Forma livre: Forma 61">
            <a:extLst>
              <a:ext uri="{FF2B5EF4-FFF2-40B4-BE49-F238E27FC236}">
                <a16:creationId xmlns:a16="http://schemas.microsoft.com/office/drawing/2014/main" id="{4D9B07E5-DC41-03C7-9F67-DE8FB0B69C04}"/>
              </a:ext>
            </a:extLst>
          </p:cNvPr>
          <p:cNvSpPr/>
          <p:nvPr/>
        </p:nvSpPr>
        <p:spPr>
          <a:xfrm>
            <a:off x="9267606" y="3551620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712B7657-E14E-349D-AD11-E8D962705026}"/>
              </a:ext>
            </a:extLst>
          </p:cNvPr>
          <p:cNvSpPr/>
          <p:nvPr/>
        </p:nvSpPr>
        <p:spPr>
          <a:xfrm>
            <a:off x="9235977" y="3444660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6AD7E122-1EB2-F1F6-533C-700A418AB3BB}"/>
              </a:ext>
            </a:extLst>
          </p:cNvPr>
          <p:cNvSpPr/>
          <p:nvPr/>
        </p:nvSpPr>
        <p:spPr>
          <a:xfrm>
            <a:off x="8807642" y="4048741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A94F6691-52D0-D61C-4562-2B811536FA73}"/>
              </a:ext>
            </a:extLst>
          </p:cNvPr>
          <p:cNvSpPr/>
          <p:nvPr/>
        </p:nvSpPr>
        <p:spPr>
          <a:xfrm>
            <a:off x="8776013" y="3941781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1B23E11A-5C21-7793-D3E9-39DA8F32D8D9}"/>
              </a:ext>
            </a:extLst>
          </p:cNvPr>
          <p:cNvSpPr/>
          <p:nvPr/>
        </p:nvSpPr>
        <p:spPr>
          <a:xfrm>
            <a:off x="7112119" y="3083317"/>
            <a:ext cx="624840" cy="2072640"/>
          </a:xfrm>
          <a:custGeom>
            <a:avLst/>
            <a:gdLst>
              <a:gd name="connsiteX0" fmla="*/ 0 w 624840"/>
              <a:gd name="connsiteY0" fmla="*/ 2072640 h 2072640"/>
              <a:gd name="connsiteX1" fmla="*/ 45720 w 624840"/>
              <a:gd name="connsiteY1" fmla="*/ 1127760 h 2072640"/>
              <a:gd name="connsiteX2" fmla="*/ 274320 w 624840"/>
              <a:gd name="connsiteY2" fmla="*/ 441960 h 2072640"/>
              <a:gd name="connsiteX3" fmla="*/ 624840 w 624840"/>
              <a:gd name="connsiteY3" fmla="*/ 0 h 207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" h="2072640">
                <a:moveTo>
                  <a:pt x="0" y="2072640"/>
                </a:moveTo>
                <a:cubicBezTo>
                  <a:pt x="0" y="1736090"/>
                  <a:pt x="0" y="1399540"/>
                  <a:pt x="45720" y="1127760"/>
                </a:cubicBezTo>
                <a:cubicBezTo>
                  <a:pt x="91440" y="855980"/>
                  <a:pt x="177800" y="629920"/>
                  <a:pt x="274320" y="441960"/>
                </a:cubicBezTo>
                <a:cubicBezTo>
                  <a:pt x="370840" y="254000"/>
                  <a:pt x="558800" y="58420"/>
                  <a:pt x="624840" y="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7" name="Forma livre: Forma 66">
            <a:extLst>
              <a:ext uri="{FF2B5EF4-FFF2-40B4-BE49-F238E27FC236}">
                <a16:creationId xmlns:a16="http://schemas.microsoft.com/office/drawing/2014/main" id="{2686EABA-9E96-4F45-00F1-0A9B75AFFDDA}"/>
              </a:ext>
            </a:extLst>
          </p:cNvPr>
          <p:cNvSpPr/>
          <p:nvPr/>
        </p:nvSpPr>
        <p:spPr>
          <a:xfrm>
            <a:off x="7080490" y="2976357"/>
            <a:ext cx="673934" cy="1412520"/>
          </a:xfrm>
          <a:custGeom>
            <a:avLst/>
            <a:gdLst>
              <a:gd name="connsiteX0" fmla="*/ 72269 w 673934"/>
              <a:gd name="connsiteY0" fmla="*/ 1412520 h 1412520"/>
              <a:gd name="connsiteX1" fmla="*/ 1149 w 673934"/>
              <a:gd name="connsiteY1" fmla="*/ 945160 h 1412520"/>
              <a:gd name="connsiteX2" fmla="*/ 123069 w 673934"/>
              <a:gd name="connsiteY2" fmla="*/ 1158520 h 1412520"/>
              <a:gd name="connsiteX3" fmla="*/ 102749 w 673934"/>
              <a:gd name="connsiteY3" fmla="*/ 701320 h 1412520"/>
              <a:gd name="connsiteX4" fmla="*/ 133229 w 673934"/>
              <a:gd name="connsiteY4" fmla="*/ 894360 h 1412520"/>
              <a:gd name="connsiteX5" fmla="*/ 234829 w 673934"/>
              <a:gd name="connsiteY5" fmla="*/ 609880 h 1412520"/>
              <a:gd name="connsiteX6" fmla="*/ 163709 w 673934"/>
              <a:gd name="connsiteY6" fmla="*/ 762280 h 1412520"/>
              <a:gd name="connsiteX7" fmla="*/ 214509 w 673934"/>
              <a:gd name="connsiteY7" fmla="*/ 437160 h 1412520"/>
              <a:gd name="connsiteX8" fmla="*/ 224669 w 673934"/>
              <a:gd name="connsiteY8" fmla="*/ 802920 h 1412520"/>
              <a:gd name="connsiteX9" fmla="*/ 275469 w 673934"/>
              <a:gd name="connsiteY9" fmla="*/ 437160 h 1412520"/>
              <a:gd name="connsiteX10" fmla="*/ 285629 w 673934"/>
              <a:gd name="connsiteY10" fmla="*/ 508280 h 1412520"/>
              <a:gd name="connsiteX11" fmla="*/ 275469 w 673934"/>
              <a:gd name="connsiteY11" fmla="*/ 569240 h 1412520"/>
              <a:gd name="connsiteX12" fmla="*/ 295789 w 673934"/>
              <a:gd name="connsiteY12" fmla="*/ 284760 h 1412520"/>
              <a:gd name="connsiteX13" fmla="*/ 326269 w 673934"/>
              <a:gd name="connsiteY13" fmla="*/ 427000 h 1412520"/>
              <a:gd name="connsiteX14" fmla="*/ 559949 w 673934"/>
              <a:gd name="connsiteY14" fmla="*/ 81560 h 1412520"/>
              <a:gd name="connsiteX15" fmla="*/ 488829 w 673934"/>
              <a:gd name="connsiteY15" fmla="*/ 345720 h 1412520"/>
              <a:gd name="connsiteX16" fmla="*/ 600589 w 673934"/>
              <a:gd name="connsiteY16" fmla="*/ 280 h 1412520"/>
              <a:gd name="connsiteX17" fmla="*/ 549789 w 673934"/>
              <a:gd name="connsiteY17" fmla="*/ 284760 h 1412520"/>
              <a:gd name="connsiteX18" fmla="*/ 620909 w 673934"/>
              <a:gd name="connsiteY18" fmla="*/ 152680 h 1412520"/>
              <a:gd name="connsiteX19" fmla="*/ 610749 w 673934"/>
              <a:gd name="connsiteY19" fmla="*/ 254280 h 1412520"/>
              <a:gd name="connsiteX20" fmla="*/ 671709 w 673934"/>
              <a:gd name="connsiteY20" fmla="*/ 173000 h 1412520"/>
              <a:gd name="connsiteX21" fmla="*/ 519309 w 673934"/>
              <a:gd name="connsiteY21" fmla="*/ 335560 h 1412520"/>
              <a:gd name="connsiteX22" fmla="*/ 661549 w 673934"/>
              <a:gd name="connsiteY22" fmla="*/ 203480 h 1412520"/>
              <a:gd name="connsiteX23" fmla="*/ 448189 w 673934"/>
              <a:gd name="connsiteY23" fmla="*/ 386360 h 1412520"/>
              <a:gd name="connsiteX24" fmla="*/ 509149 w 673934"/>
              <a:gd name="connsiteY24" fmla="*/ 366040 h 1412520"/>
              <a:gd name="connsiteX25" fmla="*/ 326269 w 673934"/>
              <a:gd name="connsiteY25" fmla="*/ 508280 h 1412520"/>
              <a:gd name="connsiteX26" fmla="*/ 590429 w 673934"/>
              <a:gd name="connsiteY26" fmla="*/ 457480 h 1412520"/>
              <a:gd name="connsiteX27" fmla="*/ 295789 w 673934"/>
              <a:gd name="connsiteY27" fmla="*/ 711480 h 1412520"/>
              <a:gd name="connsiteX28" fmla="*/ 387229 w 673934"/>
              <a:gd name="connsiteY28" fmla="*/ 579400 h 1412520"/>
              <a:gd name="connsiteX29" fmla="*/ 326269 w 673934"/>
              <a:gd name="connsiteY29" fmla="*/ 630200 h 1412520"/>
              <a:gd name="connsiteX30" fmla="*/ 285629 w 673934"/>
              <a:gd name="connsiteY30" fmla="*/ 681000 h 1412520"/>
              <a:gd name="connsiteX31" fmla="*/ 163709 w 673934"/>
              <a:gd name="connsiteY31" fmla="*/ 924840 h 1412520"/>
              <a:gd name="connsiteX32" fmla="*/ 295789 w 673934"/>
              <a:gd name="connsiteY32" fmla="*/ 762280 h 1412520"/>
              <a:gd name="connsiteX33" fmla="*/ 184029 w 673934"/>
              <a:gd name="connsiteY33" fmla="*/ 955320 h 1412520"/>
              <a:gd name="connsiteX34" fmla="*/ 163709 w 673934"/>
              <a:gd name="connsiteY34" fmla="*/ 1046760 h 1412520"/>
              <a:gd name="connsiteX35" fmla="*/ 51949 w 673934"/>
              <a:gd name="connsiteY35" fmla="*/ 1168680 h 1412520"/>
              <a:gd name="connsiteX36" fmla="*/ 51949 w 673934"/>
              <a:gd name="connsiteY36" fmla="*/ 1351560 h 1412520"/>
              <a:gd name="connsiteX37" fmla="*/ 143389 w 673934"/>
              <a:gd name="connsiteY37" fmla="*/ 1006120 h 1412520"/>
              <a:gd name="connsiteX38" fmla="*/ 102749 w 673934"/>
              <a:gd name="connsiteY38" fmla="*/ 1321080 h 1412520"/>
              <a:gd name="connsiteX39" fmla="*/ 173869 w 673934"/>
              <a:gd name="connsiteY39" fmla="*/ 1260120 h 1412520"/>
              <a:gd name="connsiteX40" fmla="*/ 173869 w 673934"/>
              <a:gd name="connsiteY40" fmla="*/ 1219480 h 1412520"/>
              <a:gd name="connsiteX41" fmla="*/ 82429 w 673934"/>
              <a:gd name="connsiteY41" fmla="*/ 1351560 h 1412520"/>
              <a:gd name="connsiteX42" fmla="*/ 82429 w 673934"/>
              <a:gd name="connsiteY42" fmla="*/ 1341400 h 14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73934" h="1412520">
                <a:moveTo>
                  <a:pt x="72269" y="1412520"/>
                </a:moveTo>
                <a:cubicBezTo>
                  <a:pt x="32475" y="1200006"/>
                  <a:pt x="-7318" y="987493"/>
                  <a:pt x="1149" y="945160"/>
                </a:cubicBezTo>
                <a:cubicBezTo>
                  <a:pt x="9616" y="902827"/>
                  <a:pt x="106136" y="1199160"/>
                  <a:pt x="123069" y="1158520"/>
                </a:cubicBezTo>
                <a:cubicBezTo>
                  <a:pt x="140002" y="1117880"/>
                  <a:pt x="101056" y="745347"/>
                  <a:pt x="102749" y="701320"/>
                </a:cubicBezTo>
                <a:cubicBezTo>
                  <a:pt x="104442" y="657293"/>
                  <a:pt x="111216" y="909600"/>
                  <a:pt x="133229" y="894360"/>
                </a:cubicBezTo>
                <a:cubicBezTo>
                  <a:pt x="155242" y="879120"/>
                  <a:pt x="229749" y="631893"/>
                  <a:pt x="234829" y="609880"/>
                </a:cubicBezTo>
                <a:cubicBezTo>
                  <a:pt x="239909" y="587867"/>
                  <a:pt x="167096" y="791067"/>
                  <a:pt x="163709" y="762280"/>
                </a:cubicBezTo>
                <a:cubicBezTo>
                  <a:pt x="160322" y="733493"/>
                  <a:pt x="204349" y="430387"/>
                  <a:pt x="214509" y="437160"/>
                </a:cubicBezTo>
                <a:cubicBezTo>
                  <a:pt x="224669" y="443933"/>
                  <a:pt x="214509" y="802920"/>
                  <a:pt x="224669" y="802920"/>
                </a:cubicBezTo>
                <a:cubicBezTo>
                  <a:pt x="234829" y="802920"/>
                  <a:pt x="265309" y="486267"/>
                  <a:pt x="275469" y="437160"/>
                </a:cubicBezTo>
                <a:cubicBezTo>
                  <a:pt x="285629" y="388053"/>
                  <a:pt x="285629" y="486267"/>
                  <a:pt x="285629" y="508280"/>
                </a:cubicBezTo>
                <a:cubicBezTo>
                  <a:pt x="285629" y="530293"/>
                  <a:pt x="273776" y="606493"/>
                  <a:pt x="275469" y="569240"/>
                </a:cubicBezTo>
                <a:cubicBezTo>
                  <a:pt x="277162" y="531987"/>
                  <a:pt x="287322" y="308467"/>
                  <a:pt x="295789" y="284760"/>
                </a:cubicBezTo>
                <a:cubicBezTo>
                  <a:pt x="304256" y="261053"/>
                  <a:pt x="282242" y="460867"/>
                  <a:pt x="326269" y="427000"/>
                </a:cubicBezTo>
                <a:cubicBezTo>
                  <a:pt x="370296" y="393133"/>
                  <a:pt x="532856" y="95107"/>
                  <a:pt x="559949" y="81560"/>
                </a:cubicBezTo>
                <a:cubicBezTo>
                  <a:pt x="587042" y="68013"/>
                  <a:pt x="482056" y="359267"/>
                  <a:pt x="488829" y="345720"/>
                </a:cubicBezTo>
                <a:cubicBezTo>
                  <a:pt x="495602" y="332173"/>
                  <a:pt x="590429" y="10440"/>
                  <a:pt x="600589" y="280"/>
                </a:cubicBezTo>
                <a:cubicBezTo>
                  <a:pt x="610749" y="-9880"/>
                  <a:pt x="546402" y="259360"/>
                  <a:pt x="549789" y="284760"/>
                </a:cubicBezTo>
                <a:cubicBezTo>
                  <a:pt x="553176" y="310160"/>
                  <a:pt x="610749" y="157760"/>
                  <a:pt x="620909" y="152680"/>
                </a:cubicBezTo>
                <a:cubicBezTo>
                  <a:pt x="631069" y="147600"/>
                  <a:pt x="602282" y="250893"/>
                  <a:pt x="610749" y="254280"/>
                </a:cubicBezTo>
                <a:cubicBezTo>
                  <a:pt x="619216" y="257667"/>
                  <a:pt x="686949" y="159453"/>
                  <a:pt x="671709" y="173000"/>
                </a:cubicBezTo>
                <a:cubicBezTo>
                  <a:pt x="656469" y="186547"/>
                  <a:pt x="521002" y="330480"/>
                  <a:pt x="519309" y="335560"/>
                </a:cubicBezTo>
                <a:cubicBezTo>
                  <a:pt x="517616" y="340640"/>
                  <a:pt x="673402" y="195013"/>
                  <a:pt x="661549" y="203480"/>
                </a:cubicBezTo>
                <a:cubicBezTo>
                  <a:pt x="649696" y="211947"/>
                  <a:pt x="473589" y="359267"/>
                  <a:pt x="448189" y="386360"/>
                </a:cubicBezTo>
                <a:cubicBezTo>
                  <a:pt x="422789" y="413453"/>
                  <a:pt x="529469" y="345720"/>
                  <a:pt x="509149" y="366040"/>
                </a:cubicBezTo>
                <a:cubicBezTo>
                  <a:pt x="488829" y="386360"/>
                  <a:pt x="312722" y="493040"/>
                  <a:pt x="326269" y="508280"/>
                </a:cubicBezTo>
                <a:cubicBezTo>
                  <a:pt x="339816" y="523520"/>
                  <a:pt x="595509" y="423613"/>
                  <a:pt x="590429" y="457480"/>
                </a:cubicBezTo>
                <a:cubicBezTo>
                  <a:pt x="585349" y="491347"/>
                  <a:pt x="329656" y="691160"/>
                  <a:pt x="295789" y="711480"/>
                </a:cubicBezTo>
                <a:cubicBezTo>
                  <a:pt x="261922" y="731800"/>
                  <a:pt x="387229" y="579400"/>
                  <a:pt x="387229" y="579400"/>
                </a:cubicBezTo>
                <a:cubicBezTo>
                  <a:pt x="392309" y="565853"/>
                  <a:pt x="343202" y="613267"/>
                  <a:pt x="326269" y="630200"/>
                </a:cubicBezTo>
                <a:cubicBezTo>
                  <a:pt x="309336" y="647133"/>
                  <a:pt x="312722" y="631893"/>
                  <a:pt x="285629" y="681000"/>
                </a:cubicBezTo>
                <a:cubicBezTo>
                  <a:pt x="258536" y="730107"/>
                  <a:pt x="162016" y="911293"/>
                  <a:pt x="163709" y="924840"/>
                </a:cubicBezTo>
                <a:cubicBezTo>
                  <a:pt x="165402" y="938387"/>
                  <a:pt x="292402" y="757200"/>
                  <a:pt x="295789" y="762280"/>
                </a:cubicBezTo>
                <a:cubicBezTo>
                  <a:pt x="299176" y="767360"/>
                  <a:pt x="206042" y="907907"/>
                  <a:pt x="184029" y="955320"/>
                </a:cubicBezTo>
                <a:cubicBezTo>
                  <a:pt x="162016" y="1002733"/>
                  <a:pt x="185722" y="1011200"/>
                  <a:pt x="163709" y="1046760"/>
                </a:cubicBezTo>
                <a:cubicBezTo>
                  <a:pt x="141696" y="1082320"/>
                  <a:pt x="70576" y="1117880"/>
                  <a:pt x="51949" y="1168680"/>
                </a:cubicBezTo>
                <a:cubicBezTo>
                  <a:pt x="33322" y="1219480"/>
                  <a:pt x="36709" y="1378653"/>
                  <a:pt x="51949" y="1351560"/>
                </a:cubicBezTo>
                <a:cubicBezTo>
                  <a:pt x="67189" y="1324467"/>
                  <a:pt x="134922" y="1011200"/>
                  <a:pt x="143389" y="1006120"/>
                </a:cubicBezTo>
                <a:cubicBezTo>
                  <a:pt x="151856" y="1001040"/>
                  <a:pt x="97669" y="1278747"/>
                  <a:pt x="102749" y="1321080"/>
                </a:cubicBezTo>
                <a:cubicBezTo>
                  <a:pt x="107829" y="1363413"/>
                  <a:pt x="162016" y="1277053"/>
                  <a:pt x="173869" y="1260120"/>
                </a:cubicBezTo>
                <a:cubicBezTo>
                  <a:pt x="185722" y="1243187"/>
                  <a:pt x="189109" y="1204240"/>
                  <a:pt x="173869" y="1219480"/>
                </a:cubicBezTo>
                <a:cubicBezTo>
                  <a:pt x="158629" y="1234720"/>
                  <a:pt x="97669" y="1331240"/>
                  <a:pt x="82429" y="1351560"/>
                </a:cubicBezTo>
                <a:cubicBezTo>
                  <a:pt x="67189" y="1371880"/>
                  <a:pt x="70576" y="1356640"/>
                  <a:pt x="82429" y="1341400"/>
                </a:cubicBezTo>
              </a:path>
            </a:pathLst>
          </a:custGeom>
          <a:noFill/>
          <a:ln>
            <a:solidFill>
              <a:srgbClr val="D6E7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01A71A4-4C74-3410-7368-C7A61590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739" y="1465501"/>
            <a:ext cx="3148810" cy="480103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79C3498-6DA4-AD57-44B3-67A4FE4B2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194" y="607585"/>
            <a:ext cx="3212342" cy="488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22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636EA7DC-76A1-F97D-47EE-655A8F41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Questões</a:t>
            </a:r>
            <a:endParaRPr lang="en-US" sz="5200" dirty="0">
              <a:solidFill>
                <a:srgbClr val="FFFFFF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9BC0BDD-2B62-BFF6-0C19-B131E508077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040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44</Words>
  <Application>Microsoft Office PowerPoint</Application>
  <PresentationFormat>Ecrã Panorâmico</PresentationFormat>
  <Paragraphs>14</Paragraphs>
  <Slides>14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do Office</vt:lpstr>
      <vt:lpstr>CM – Hello Farmer </vt:lpstr>
      <vt:lpstr>Nome da Equipa</vt:lpstr>
      <vt:lpstr>Público-Alvo </vt:lpstr>
      <vt:lpstr>Funcionalidades Gerais</vt:lpstr>
      <vt:lpstr>Funcionalidades Específicas</vt:lpstr>
      <vt:lpstr>Diagrama de Navegação </vt:lpstr>
      <vt:lpstr>Ecrãs Figma</vt:lpstr>
      <vt:lpstr>Splash e Inicio de sessão</vt:lpstr>
      <vt:lpstr>Splash e Inicio de sessão</vt:lpstr>
      <vt:lpstr>Encomendas e Clientes</vt:lpstr>
      <vt:lpstr>Análise ,Anúncios e Geral</vt:lpstr>
      <vt:lpstr>Análise ,Anúncios e Geral</vt:lpstr>
      <vt:lpstr>Home e Utilizador</vt:lpstr>
      <vt:lpstr>Questões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Alexandre Gonçalves Martins</dc:creator>
  <cp:lastModifiedBy>Andre De Almeida Marrafa Mohr Dos Santos</cp:lastModifiedBy>
  <cp:revision>2</cp:revision>
  <dcterms:created xsi:type="dcterms:W3CDTF">2025-04-30T09:05:51Z</dcterms:created>
  <dcterms:modified xsi:type="dcterms:W3CDTF">2025-07-01T15:32:21Z</dcterms:modified>
</cp:coreProperties>
</file>